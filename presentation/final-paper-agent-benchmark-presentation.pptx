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viewProps" Target="viewProps.xml" /><Relationship Id="rId20" Type="http://schemas.openxmlformats.org/officeDocument/2006/relationships/theme" Target="theme/theme1.xml" /><Relationship Id="rId21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6A6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">
    <p:bg>
      <p:bgPr>
        <a:solidFill>
          <a:srgbClr val="6A6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12648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 AI Team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Sungkyunkwan University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Agent-Based Domain Problem Solving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69164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Team Project Presentation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Agent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Traceable Multi-Agent Scholarly Discovery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Agent: A Traceable Multi-Agent System for Verified Scholarly Paper Discovery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0" y="38404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Evidence, Transparent Limits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 AI Team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5384" y="36576"/>
            <a:ext cx="420624" cy="521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Background: Why Scholarly Paper Discovery Needs Verification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Researchers need relevant papers, correct DOI metadata, venue-policy checks, and reproducible traces.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Search, verification, access lookup, ranking, and reporting are usually fragmented across tools.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Agent supports business-school literature review with inspectable evidence.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Problem: Black-Box LLM Recommendation Risk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single LLM can produce plausible but unverifiable recommendations.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Risks: DOI hallucination, metadata mismatch, opaque ranking, and journal-policy bypass.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scholarly review remains the final authority.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Paper Agent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traceable multi-agent and tool-using scholarly discovery pipeline.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Separates retrieval, filtering, metadata verification, ranking, critic review, and delivery.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Preserves intermediate evidence and failure states.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System Architecture: 12-Step Pipeline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Agent Role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Primary Evidence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1-3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Planner, Journal Selector, Search / Retriever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normalized scope and candidates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4-6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Journal Filtering, Verifier, Open Access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eligibility, DOI metadata, OA status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7-9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Storage, Evaluation Prep, Relevance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traces and score inputs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10-12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Ranking, Critic, Report / Delivery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ordered results, flags, reports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Tools: configured scholarly backend, Crossref, Unpaywall, D1, R2, and dashboard surfaces.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Benchmark Design and Gold Label QA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Paper-Agent-Bench uses business-research tasks and DOI-backed gold labels.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Methods: Rule-Based baseline, Single LLM baseline, and Paper Agent.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Metrics: Precision@5, NDCG@5, DOI Accuracy, Top Journal Precision, and Hallucination Rate.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Ambiguous evidence remains visible rather than being silently promoted.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 Controlled Benchmark Scope: T001-T003 Only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T001-T003 is the only controlled benchmark layer.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Controlled comparison rows: 9.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Evidence scope for quantitative comparison is limited to T001-T003.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Later execution artifacts are useful engineering evidence, not controlled benchmark validation.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 T001-T003 Three-Way Results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Rule-Based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Single LLM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Paper Agent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Precision@5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0.1333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0.6667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0.1333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NDCG@5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0.3579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0.9949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0.3579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DOI Accuracy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1.0000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1.0000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1.0000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Top Journal Precision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1.0000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0.9333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1.0000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Hallucination Rate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risk noted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0.0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 Single LLM Trap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LLM has higher Precision@5 and NDCG@5 in T001-T003.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overlap metrics do not expose the recommendation process.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Single LLM output remains less constrained by explicit journal-policy and metadata-verification stages.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Paper Agent is not claimed to globally outperform Single LLM.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 Paper Agent Verified Strengths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Traceable stage outputs and stored failure evidence.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DOI and metadata verification through Crossref.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Internal journal allowlist enforcement.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Separate OA status through Unpaywall.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 and dashboard surfaces linked to inspectable traces.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 Evidence Boundary: Benchmark vs Artifact Evidence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Evidence Layer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65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Controlled benchmark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audited T001-T003 quantitative comparison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Artifact evidence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isolated execution CSVs; useful for coverage and failure inspection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Partial expansion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incomplete staged attempt with preserved failures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T004-T020 validation remains incomplete.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D1 batch-aware persistence is not implemented.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 Phase 3J / Phase 3L Artifact Evidence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3J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T004-T006 artifact-only dry-run executed through a gated wrapper.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jobs and 50 result rows.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benchmark validation.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3L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43484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 staged expansion evidence. Only Batch 1 T007-T012 executed.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T007 timeout after approximately 250 seconds and 21 polling attempts.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T008-T012 produced 87 rows.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T013-T018 not started. T019-T020 not started.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full benchmark validation.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 Limitations and Ethics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 T004-T020 validation remains incomplete.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D1 batch-aware persistence is not implemented.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T007 timeout evidence is preserved.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Gold-label coverage remains limited.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internal journal allowlist can introduce algorithmic gatekeeping.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ranking can amplify citation and journal-hierarchy bias.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 Final Demo /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Dashboard: submit or load a search job.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Ops Dashboard: inspect stage traces and tool evidence.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 Dashboard: show controlled T001-T003 comparison and artifact boundaries.</a:t>
            </a:r>
            <a:endParaRPr lang="en-US" sz="1800" dirty="0"/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Report output: show downloadable summary artifacts.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Steps: diagnose T007 timeout; complete separately approved staged expansion; implement D1 batch-aware persistence; expand DOI-backed gold labels.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Військовий інститут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Дмитро УСТИНОВ</dc:creator>
  <cp:lastModifiedBy>Дмитро УСТИНОВ</cp:lastModifiedBy>
  <cp:revision>1</cp:revision>
  <dcterms:created xsi:type="dcterms:W3CDTF">2026-05-31T16:43:44Z</dcterms:created>
  <dcterms:modified xsi:type="dcterms:W3CDTF">2026-05-31T16:43:44Z</dcterms:modified>
</cp:coreProperties>
</file>